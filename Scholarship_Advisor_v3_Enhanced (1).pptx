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37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749808" cy="7498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6400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AETHERIX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353312"/>
            <a:ext cx="8229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Advisor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02920" y="232257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System — Python Project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02920" y="2871216"/>
            <a:ext cx="32004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0540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Rathi Sankari 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383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   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Yogapriya  |  Yogeshwari  |  Rajeshwari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730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 AI &amp; DS  |  J.J. College of Engineering &amp; Technology, Tiruchirappalli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4480560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480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3.x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21992" y="4480560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21992" y="4480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941064" y="4480560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41064" y="4480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0136" y="4480560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0136" y="4480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79208" y="4480560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79208" y="448056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457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in the Scholarship Advisor hides all internal matching complexity from the student. The student simply enters their profile — the system internally runs 6 eligibility checks, sorts results, calculates combine amounts, and saves reports — without exposing any of that logic to the user. Each module is a black box with a clean interface.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2670048" cy="173736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7556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3113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25420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 1–4. Enter name, marks, income. View results. That is all.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1627632"/>
            <a:ext cx="2670048" cy="173736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556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23113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inside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29000" y="25420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eligibility checks · linear search · sort algorithm · combine logic · SHA-256 auth · file I/O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63640" y="1627632"/>
            <a:ext cx="2670048" cy="1737360"/>
          </a:xfrm>
          <a:prstGeom prst="roundRect">
            <a:avLst>
              <a:gd name="adj" fmla="val 6316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7556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23113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only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55080" y="254203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scholarships, amounts, deadlines, document checklist, status tracker, report file.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11480" y="3520440"/>
            <a:ext cx="2029968" cy="1325880"/>
          </a:xfrm>
          <a:prstGeom prst="roundRect">
            <a:avLst>
              <a:gd name="adj" fmla="val 6897"/>
            </a:avLst>
          </a:prstGeom>
          <a:solidFill>
            <a:srgbClr val="1C2951"/>
          </a:solidFill>
          <a:ln w="12700">
            <a:solidFill>
              <a:srgbClr val="2563EB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84632" y="36210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84632" y="3931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data + methods in StudentProfile class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624328" y="3520440"/>
            <a:ext cx="2029968" cy="1325880"/>
          </a:xfrm>
          <a:prstGeom prst="roundRect">
            <a:avLst>
              <a:gd name="adj" fmla="val 6897"/>
            </a:avLst>
          </a:prstGeom>
          <a:solidFill>
            <a:srgbClr val="1C2951"/>
          </a:solidFill>
          <a:ln w="12700">
            <a:solidFill>
              <a:srgbClr val="2563EB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2697480" y="36210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2697480" y="3931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logic hidden; only clean API exposed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837176" y="3520440"/>
            <a:ext cx="2029968" cy="1325880"/>
          </a:xfrm>
          <a:prstGeom prst="roundRect">
            <a:avLst>
              <a:gd name="adj" fmla="val 6897"/>
            </a:avLst>
          </a:prstGeom>
          <a:solidFill>
            <a:srgbClr val="1C2951"/>
          </a:solidFill>
          <a:ln w="12700">
            <a:solidFill>
              <a:srgbClr val="2563EB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4910328" y="36210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910328" y="3931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Validator class extended by InputValidator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050024" y="3520440"/>
            <a:ext cx="2029968" cy="1325880"/>
          </a:xfrm>
          <a:prstGeom prst="roundRect">
            <a:avLst>
              <a:gd name="adj" fmla="val 6897"/>
            </a:avLst>
          </a:prstGeom>
          <a:solidFill>
            <a:srgbClr val="1C2951"/>
          </a:solidFill>
          <a:ln w="12700">
            <a:solidFill>
              <a:srgbClr val="2563EB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7123176" y="36210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123176" y="393192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behaves differently per scholarship type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457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Solution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530352"/>
            <a:ext cx="3977640" cy="4315968"/>
          </a:xfrm>
          <a:prstGeom prst="roundRect">
            <a:avLst>
              <a:gd name="adj" fmla="val 2759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6217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Existing Approach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Student manually visits 10+ government websites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single place for Govt + Private + NGO schemes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Eligibility is guessed — no systematic check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Deadlines missed — no alerts or calendar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609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document checklist — students unprepared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application status tracking in one place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65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Requires internet — rural students excluded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86791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guidance for Class 12 freshers entering college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530352"/>
            <a:ext cx="3977640" cy="4315968"/>
          </a:xfrm>
          <a:prstGeom prst="roundRect">
            <a:avLst>
              <a:gd name="adj" fmla="val 275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62179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Proposed Solution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9472" y="10515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console app covers Govt + Private + NGO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145389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19 scholarships, 14 input fields, 6-criteria match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8562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Systematic eligibility check — no guesswork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225856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Deadline alerts and scholarship calendar built-in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66090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Master document checklist generated automatically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30632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Status tracker: Applied → Under Review → Approved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34655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offline — works without internet connection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386791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Special Class 12 fresher mode with urgent alerts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2468880"/>
            <a:ext cx="914400" cy="640080"/>
          </a:xfrm>
          <a:prstGeom prst="ellipse">
            <a:avLst/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457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follows a 4-layer modular design. Each layer is owned by one team member and communicates with adjacent layers through well-defined function interfaces. No layer accesses another layer's data directly — all data passes via return values.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011680" cy="2304288"/>
          </a:xfrm>
          <a:prstGeom prst="roundRect">
            <a:avLst>
              <a:gd name="adj" fmla="val 5455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155448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0624" y="201168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Module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" y="24505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member1_ui.py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0624" y="2706624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· Input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Display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31720" y="2596896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2578608" y="1417320"/>
            <a:ext cx="2011680" cy="2304288"/>
          </a:xfrm>
          <a:prstGeom prst="roundRect">
            <a:avLst>
              <a:gd name="adj" fmla="val 5455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55448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33472" y="201168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Module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33472" y="24505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member2_database.py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2633472" y="2706624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Guide · Validate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44568" y="2596896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8" name="Shape 14"/>
          <p:cNvSpPr/>
          <p:nvPr/>
        </p:nvSpPr>
        <p:spPr>
          <a:xfrm>
            <a:off x="4791456" y="1417320"/>
            <a:ext cx="2011680" cy="2304288"/>
          </a:xfrm>
          <a:prstGeom prst="roundRect">
            <a:avLst>
              <a:gd name="adj" fmla="val 5455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155448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01168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Module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46320" y="24505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member3_engine.py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846320" y="2706624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· Combine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757416" y="2596896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4" name="Shape 19"/>
          <p:cNvSpPr/>
          <p:nvPr/>
        </p:nvSpPr>
        <p:spPr>
          <a:xfrm>
            <a:off x="7004304" y="1417320"/>
            <a:ext cx="2011680" cy="2304288"/>
          </a:xfrm>
          <a:prstGeom prst="roundRect">
            <a:avLst>
              <a:gd name="adj" fmla="val 5455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1554480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59168" y="201168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Module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059168" y="24505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member4_reports.py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7059168" y="2706624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Report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· Files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65760" y="3858768"/>
            <a:ext cx="8412480" cy="475488"/>
          </a:xfrm>
          <a:prstGeom prst="roundRect">
            <a:avLst>
              <a:gd name="adj" fmla="val 19231"/>
            </a:avLst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922776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32688" y="3877056"/>
            <a:ext cx="7662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—  Entry point. Imports all 4 modules. Runs while True loop. Connects all layers.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365760" y="4462272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4B1D87"/>
          </a:solidFill>
          <a:ln w="12700">
            <a:solidFill>
              <a:srgbClr val="4B1D87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4526280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4400" y="44805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auth.py  —  SHA-256 password hashing · User registration · Login with 3-attempt lockout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457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4048" y="53035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4048" y="89611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Collect 14 student input fields with validation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31673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Load 19 scholarships from scholarships.csv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Run 6-criteria eligibility match per scholarship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15798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Sort matched results by amount (descending)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578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Show Govt / Private / NGO groups separately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32888" y="89611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Combine checker — max possible amount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32888" y="131673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Show official website, apply steps, documents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32888" y="17373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Manual status tracker saved to tracker.txt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32888" y="215798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Generate report as report_name_date.txt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32888" y="2578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User login &amp; registration with SHA-256 hash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502920"/>
            <a:ext cx="18288" cy="43891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5303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92040" y="877824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877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under 2 seconds for any profile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1316736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3167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without internet connection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1755648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Number-key navigation — no mouse needed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194560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Windows, Mac, Linux with Python 3.x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633472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33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try-except on every input and file operation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072384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072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scholarships added by editing CSV only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511296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EBF3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5112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SHA-256 hashlib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950208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separate .py files — independently editable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4048" y="4663440"/>
            <a:ext cx="8375904" cy="292608"/>
          </a:xfrm>
          <a:prstGeom prst="roundRect">
            <a:avLst>
              <a:gd name="adj" fmla="val 25000"/>
            </a:avLst>
          </a:prstGeom>
          <a:solidFill>
            <a:srgbClr val="1C2951"/>
          </a:solidFill>
          <a:ln w="12700">
            <a:solidFill>
              <a:srgbClr val="1C29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 Python 3.x  |  csv  |  os  |  hashlib  |  logging  |  datetime  |  json  |  collections  — No external libraries required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457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Code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66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StudentProfile Class (OOP — Encapsulation)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StudentProfile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11480" y="23042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''  ;  self.percentage = 0.0  ;  self.category = ''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self.father_income = 0  ;  self.mother_income = 0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11480" y="29626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@property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total_income(self):  return self.father_income + self.mother_income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264408" y="566928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566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check_eligibility() — Linear Search O(n)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64408" y="9144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9875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check_eligibility(profile: dict, scholarships: list) -&gt; list: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355848" y="131673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matched = []  # DSA: List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3355848" y="16459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scholarship in scholarships:  # O(n) linear search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355848" y="19751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profile['percentage'] &lt; float(scholarship['MinMarks']):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355848" y="23042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  # skip — marks too low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355848" y="26334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profile['total_income'] &gt; int(scholarship['MaxIncome']):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355848" y="29626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  # skip — income too high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355848" y="32918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matched.append(scholarship)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208776" y="566928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566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auth.py — SHA-256 Login (Authentication)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08776" y="9144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9875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hashlib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6300216" y="131673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hash_password(password: str) -&gt; str: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300216" y="164592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hashlib.sha256(password.encode()).hexdigest()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300216" y="197510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login_user() -&gt; str: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300216" y="23042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attempt in range(3):  # max 3 login attempts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300216" y="263347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check_credentials(username, hash_password(password)):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6300216" y="29626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username  # ✅ login success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6300216" y="329184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  # ❌ locked out after 3 fails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320040" y="3977640"/>
            <a:ext cx="1609344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" y="4023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4904" y="4315968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Object, Property, Encapsulation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57400" y="3977640"/>
            <a:ext cx="1609344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12264" y="4023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12264" y="4315968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dict, set, frozenset, Counter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794760" y="3977640"/>
            <a:ext cx="1609344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9624" y="4023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49624" y="4315968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try-except ValueError, FileNotFoundError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532120" y="3977640"/>
            <a:ext cx="1609344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6984" y="4023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86984" y="4315968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read, txt write/append, JSON auth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69480" y="3977640"/>
            <a:ext cx="1609344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24344" y="402336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324344" y="4315968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O(n), sorted() O(n log n), frozenset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8134C2-7E72-FE09-21B2-301C6151F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1" y="0"/>
            <a:ext cx="3552092" cy="5092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6B23F9-647F-7F85-A5E3-5CC79CE74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507" y="0"/>
            <a:ext cx="2596394" cy="21567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A5465E-C947-92DE-0E48-DAD498C00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761" y="1"/>
            <a:ext cx="2715968" cy="20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DC1ED5-BD78-7E82-F2E9-EBD80AD2B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507" y="2057600"/>
            <a:ext cx="5262222" cy="298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07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457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Scholarship Advisor produces a complete, ranked, personalised scholarship result in under 2 seconds — covering Government, Private, and NGO schemes — with application guidance, documents checklist, combine analysis, and status tracking. The following outcomes are achieved from a single console session: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" y="1554480"/>
            <a:ext cx="1517904" cy="960120"/>
          </a:xfrm>
          <a:prstGeom prst="roundRect">
            <a:avLst>
              <a:gd name="adj" fmla="val 952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81912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84048" y="2048256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&amp; ranked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66544" y="1554480"/>
            <a:ext cx="1517904" cy="960120"/>
          </a:xfrm>
          <a:prstGeom prst="roundRect">
            <a:avLst>
              <a:gd name="adj" fmla="val 952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1581912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066544" y="2048256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inputs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&amp; validated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1554480"/>
            <a:ext cx="1517904" cy="960120"/>
          </a:xfrm>
          <a:prstGeom prst="roundRect">
            <a:avLst>
              <a:gd name="adj" fmla="val 952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581912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49040" y="2048256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criteria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per scheme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31536" y="1554480"/>
            <a:ext cx="1517904" cy="960120"/>
          </a:xfrm>
          <a:prstGeom prst="roundRect">
            <a:avLst>
              <a:gd name="adj" fmla="val 952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1581912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31536" y="2048256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integrated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14032" y="1554480"/>
            <a:ext cx="1517904" cy="960120"/>
          </a:xfrm>
          <a:prstGeom prst="roundRect">
            <a:avLst>
              <a:gd name="adj" fmla="val 952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81912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14032" y="2048256"/>
            <a:ext cx="1517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Govt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· NGO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2697480"/>
            <a:ext cx="2633472" cy="1024128"/>
          </a:xfrm>
          <a:prstGeom prst="roundRect">
            <a:avLst>
              <a:gd name="adj" fmla="val 8929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880360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6112" y="2843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Scholarship List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2064" y="32004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eligible schemes sorted by amount — highest first. Govt, Private, NGO shown in separate groups.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36976" y="2697480"/>
            <a:ext cx="2633472" cy="1024128"/>
          </a:xfrm>
          <a:prstGeom prst="roundRect">
            <a:avLst>
              <a:gd name="adj" fmla="val 8929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880360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749040" y="2843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Guide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364992" y="32004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scheme: official website, step-by-step apply process, and full documents checklist.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089904" y="2697480"/>
            <a:ext cx="2633472" cy="1024128"/>
          </a:xfrm>
          <a:prstGeom prst="roundRect">
            <a:avLst>
              <a:gd name="adj" fmla="val 8929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880360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01968" y="2843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Report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217920" y="320040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scholarships can be applied simultaneously and total maximum possible funding calculated.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384048" y="3886200"/>
            <a:ext cx="2633472" cy="1024128"/>
          </a:xfrm>
          <a:prstGeom prst="roundRect">
            <a:avLst>
              <a:gd name="adj" fmla="val 8929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4069080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96112" y="403250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Tracker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12064" y="438912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updates Applied → Under Review → Approved. All statuses saved to tracker.txt locally.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236976" y="3886200"/>
            <a:ext cx="2633472" cy="1024128"/>
          </a:xfrm>
          <a:prstGeom prst="roundRect">
            <a:avLst>
              <a:gd name="adj" fmla="val 8929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4069080"/>
            <a:ext cx="292608" cy="2926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749040" y="403250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Report File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3364992" y="438912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saved as report_name_date.txt including profile, results, and document checklist.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6089904" y="3886200"/>
            <a:ext cx="2633472" cy="1024128"/>
          </a:xfrm>
          <a:prstGeom prst="roundRect">
            <a:avLst>
              <a:gd name="adj" fmla="val 8929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4069080"/>
            <a:ext cx="292608" cy="29260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601968" y="403250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History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217920" y="438912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appended to history.csv — viewable in reverse chronological order from the main menu.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4572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Scholarship Advisor Console Application successfully demonstrates a complete, real-world Python project that solves a genuine student problem. It applies all required academic concepts — OOPs, Collections, DSA, File Handling, and Exception Handling — while delivering tangible social value to first-generation, rural, and low-income students across Tamil Nadu and India.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84048" y="1600200"/>
            <a:ext cx="2633472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17190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215798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24688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First-gen and rural students can now discover schemes they would otherwise miss entirely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36976" y="1600200"/>
            <a:ext cx="2633472" cy="1417320"/>
          </a:xfrm>
          <a:prstGeom prst="roundRect">
            <a:avLst>
              <a:gd name="adj" fmla="val 7742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7190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28416" y="215798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Coverage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28416" y="24688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 · Collections · DSA · File I/O · Exception Handling · Authentication all demonstrated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9904" y="1600200"/>
            <a:ext cx="2633472" cy="1417320"/>
          </a:xfrm>
          <a:prstGeom prst="roundRect">
            <a:avLst>
              <a:gd name="adj" fmla="val 7742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71907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81344" y="215798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81344" y="2468880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auth · linear O(n) search · sorted() O(n log n) · frozenset O(1) · CSV + JSON I/O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" y="31455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9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384048" y="3511296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362102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40050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427939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Flask/Django frontend — browser access from any device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2596896" y="3511296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856" y="362102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670048" y="40050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2670048" y="427939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for personalised matching based on student history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809744" y="3511296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2704" y="3621024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882896" y="40050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API Integration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882896" y="427939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Auto-fetch application status + SMS/email deadline reminders via Twilio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7022592" y="3511296"/>
            <a:ext cx="2029968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1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5552" y="3621024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95744" y="40050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Students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7095744" y="427939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Class 8-12 with pre-matric scholarship database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50292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719072"/>
            <a:ext cx="7315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Advisor Console Application  —  Team Aetherix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0" y="3090672"/>
            <a:ext cx="36576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3410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Rathi Sankari 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3913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 AI &amp; DS  |  J.J. College of Engineering &amp; Technology, Tiruchirappalli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446227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3.x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48840" y="446227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11880" y="446227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11880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74920" y="446227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537960" y="446227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01000" y="446227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1000" y="44622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1434</Words>
  <Application>Microsoft Office PowerPoint</Application>
  <PresentationFormat>On-screen Show (16:9)</PresentationFormat>
  <Paragraphs>203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Scholarship Advisor — Enhanced Presentation</dc:title>
  <dc:subject>PptxGenJS Presentation</dc:subject>
  <dc:creator>Team Aetherix</dc:creator>
  <cp:lastModifiedBy>harini boominathan</cp:lastModifiedBy>
  <cp:revision>4</cp:revision>
  <dcterms:created xsi:type="dcterms:W3CDTF">2026-07-03T06:27:26Z</dcterms:created>
  <dcterms:modified xsi:type="dcterms:W3CDTF">2026-07-03T06:38:25Z</dcterms:modified>
</cp:coreProperties>
</file>